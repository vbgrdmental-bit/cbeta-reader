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2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8ED482-F2B2-FAF6-DAF6-162387B38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84B107A-0651-87F4-2D1A-CBD7B44DC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93B026-C2AF-5C05-4954-184BF6871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86C8-244D-461A-8666-B8976ABF221A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52F18D-7D42-6400-6BA4-956BA025B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5EE3C1-3BA1-9D99-5E64-2797A0FAE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7D28-53E5-4DD4-866F-445682447D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2717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413302-40E0-317F-5557-FA972F5C9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ADE63E-180E-7E05-5C21-8C6C5CDE5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E45B44-B961-0AB2-4519-B274561CC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86C8-244D-461A-8666-B8976ABF221A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EB1458-CBC2-83B3-C05A-760039BDE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20EDBD-555C-5C49-A044-2948B6A2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7D28-53E5-4DD4-866F-445682447D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0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BEEE6C-BD80-2104-7851-B20EA7DA6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8E74BE3-993F-938B-3B53-DDA7D5DDC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96E62F-727F-61C3-0EFB-7B17652F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86C8-244D-461A-8666-B8976ABF221A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655793-333E-6A25-E7DB-080F5DE50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6951FD-9FB0-CDE1-B115-57F8A8C66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7D28-53E5-4DD4-866F-445682447D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864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0FF61-2275-16CF-6A9C-44D524206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C06080-B9AC-5245-03C4-C69B6D359B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D5E1DE-1FA8-3EDF-3833-2F9F30FA8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9A97CF1-FFA0-4E59-13EE-7BC79EE5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86C8-244D-461A-8666-B8976ABF221A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6997689-9ED0-AF5F-C3C0-F5DDA5C43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D700693-A76C-D22A-0335-43D6C8074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7D28-53E5-4DD4-866F-445682447D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5533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D68CA7-E2AB-49D5-FF85-8349CBF4F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04B26B2-8051-4A05-51A7-CE67F43C4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83F7683-A5AE-F812-7997-5AF714594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C84B0AB-F328-E297-46B1-262B9FEA73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1AB598A-2A7D-E2B2-3C7C-5912AFF27D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6CBD1EE-D26F-51F0-8932-53867A530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86C8-244D-461A-8666-B8976ABF221A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2054A9D-DDCB-2FD7-BE8A-504B15AFD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7EC8560-4428-01A2-7061-2F0D3FC8F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7D28-53E5-4DD4-866F-445682447D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5387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10858A-DB8F-DE9A-C79B-0D356BA3C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D08F630-E931-8848-1DC1-417C01474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86C8-244D-461A-8666-B8976ABF221A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A7631E5-0285-762B-315D-A745411F5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3B187F4-8BCF-7ED2-B6F2-ABEB6E0D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7D28-53E5-4DD4-866F-445682447D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289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6E50403-EC35-2645-83BE-AB08E4F8A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86C8-244D-461A-8666-B8976ABF221A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C16437E-AB50-C274-E946-A12CF783B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9A0F6B-4783-755E-D256-7769B799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7D28-53E5-4DD4-866F-445682447D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0772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AFF1D-E502-18C3-40B6-C769CBF5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E5967D-08AD-29ED-43A2-0706FBE02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51A0CC7-3C60-F048-75ED-5504DC1AE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F21DF93-589B-108F-9591-8F661AB71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86C8-244D-461A-8666-B8976ABF221A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9AD7E39-603B-457C-2B6F-0BBCFBF46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383568E-6C0F-53EB-69FB-138915CD5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7D28-53E5-4DD4-866F-445682447D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048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F9C16A-6581-062C-328A-6156B47AE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6FC19F2-BB43-E1C9-8CD2-F4EAFE4A7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4152076-7163-4A13-2E5A-FA2BA0ACA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9D09420-3EBA-C3B1-423F-5F3BA270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86C8-244D-461A-8666-B8976ABF221A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4EC423-0A76-8CB6-1D27-ECF4EC13B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59A6D5A-AE5C-08D9-756D-049BD34B7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7D28-53E5-4DD4-866F-445682447D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290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74B0F0-6F54-96F7-6A4F-2DF6319F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C4D2C0F-47E3-9DE5-DF54-1C18ABEA3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EF5CB0-DB7B-39F2-24CA-E567C42A8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86C8-244D-461A-8666-B8976ABF221A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91FCC1-1F7F-6AC0-53EB-BDC27CF03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933B62-A6C7-C722-A0EA-B2052BA3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7D28-53E5-4DD4-866F-445682447D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43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42B918C-8564-6A72-D82A-9403B179FA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EF4C4C-E99F-F20D-80B5-718084636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1BDC29-4E16-5964-4D4F-AC59CBBEF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F86C8-244D-461A-8666-B8976ABF221A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41A7C2-6FA4-0BE7-0822-1E18F9B0E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9BF0CA-B081-A699-26B4-163884AFF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7D28-53E5-4DD4-866F-445682447D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820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26C4DB7-4940-0789-3131-178288F1A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1F6095-A444-F0A9-75C3-056B5935D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6344EF-E5DF-0907-B1C3-C2FA95424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F86C8-244D-461A-8666-B8976ABF221A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383C47-2AA1-257D-2210-155A7291E0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6CBF40-DB9F-F10E-5051-704C62E20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97D28-53E5-4DD4-866F-445682447D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6444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A6F27E05-D6E7-F681-6010-CC0BF2CFE4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0000"/>
          <a:stretch>
            <a:fillRect/>
          </a:stretch>
        </p:blipFill>
        <p:spPr>
          <a:xfrm>
            <a:off x="2676000" y="8999"/>
            <a:ext cx="684000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46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271EE9B-E5CF-36C8-4B82-0BBC3DC3DD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50000"/>
          <a:stretch>
            <a:fillRect/>
          </a:stretch>
        </p:blipFill>
        <p:spPr>
          <a:xfrm>
            <a:off x="2676000" y="9000"/>
            <a:ext cx="684000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372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781F1-E50A-469D-C997-A7EC52647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EEC33DE-EA2F-A061-5F4C-267AC8F9BD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50000"/>
          <a:stretch>
            <a:fillRect/>
          </a:stretch>
        </p:blipFill>
        <p:spPr>
          <a:xfrm>
            <a:off x="2676000" y="9000"/>
            <a:ext cx="6840000" cy="6840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86871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CF70100-A333-7A22-23CD-2346BEBD95C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50000"/>
          <a:stretch>
            <a:fillRect/>
          </a:stretch>
        </p:blipFill>
        <p:spPr>
          <a:xfrm>
            <a:off x="2676000" y="9000"/>
            <a:ext cx="684000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39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E9EB5FF-4731-4EE1-A0FB-859466AD2B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50000"/>
          <a:stretch>
            <a:fillRect/>
          </a:stretch>
        </p:blipFill>
        <p:spPr>
          <a:xfrm>
            <a:off x="2676000" y="9000"/>
            <a:ext cx="684000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66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0</Words>
  <Application>Microsoft Office PowerPoint</Application>
  <PresentationFormat>寬螢幕</PresentationFormat>
  <Paragraphs>0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Mental Kuo</dc:creator>
  <cp:lastModifiedBy>Mental Kuo</cp:lastModifiedBy>
  <cp:revision>1</cp:revision>
  <dcterms:created xsi:type="dcterms:W3CDTF">2026-07-27T14:51:04Z</dcterms:created>
  <dcterms:modified xsi:type="dcterms:W3CDTF">2026-07-27T18:35:55Z</dcterms:modified>
</cp:coreProperties>
</file>